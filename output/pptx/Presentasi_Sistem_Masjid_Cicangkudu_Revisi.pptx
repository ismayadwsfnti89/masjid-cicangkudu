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ac020088a418c" /><Relationship Type="http://schemas.openxmlformats.org/officeDocument/2006/relationships/extended-properties" Target="/docProps/app.xml" Id="R12aed658b2ed4482" /><Relationship Type="http://schemas.openxmlformats.org/officeDocument/2006/relationships/officeDocument" Target="/ppt/presentation.xml" Id="R8165f5049ea2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525cea18e44ae8"/>
  </p:sldMasterIdLst>
  <p:notesMasterIdLst>
    <p:notesMasterId xmlns:r="http://schemas.openxmlformats.org/officeDocument/2006/relationships" r:id="R1cddba07dbe64fe7"/>
  </p:notesMasterIdLst>
  <p:sldIdLst>
    <p:sldId xmlns:r="http://schemas.openxmlformats.org/officeDocument/2006/relationships" id="256" r:id="R176ab4e9d9184cc0"/>
    <p:sldId xmlns:r="http://schemas.openxmlformats.org/officeDocument/2006/relationships" id="257" r:id="R7af9129210f7430f"/>
    <p:sldId xmlns:r="http://schemas.openxmlformats.org/officeDocument/2006/relationships" id="258" r:id="Rbd1c44a07ff74e2f"/>
    <p:sldId xmlns:r="http://schemas.openxmlformats.org/officeDocument/2006/relationships" id="259" r:id="R3eeb28f2cb774655"/>
    <p:sldId xmlns:r="http://schemas.openxmlformats.org/officeDocument/2006/relationships" id="260" r:id="R38a2a2a78f4641e5"/>
    <p:sldId xmlns:r="http://schemas.openxmlformats.org/officeDocument/2006/relationships" id="261" r:id="R746bcc55b3634423"/>
    <p:sldId xmlns:r="http://schemas.openxmlformats.org/officeDocument/2006/relationships" id="262" r:id="R81c3b6145a1540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506a945bf440c3" /><Relationship Type="http://schemas.openxmlformats.org/officeDocument/2006/relationships/slideMaster" Target="/ppt/slideMasters/slideMaster1.xml" Id="R68525cea18e44ae8" /><Relationship Type="http://schemas.openxmlformats.org/officeDocument/2006/relationships/notesMaster" Target="/ppt/notesMasters/notesMaster1.xml" Id="R1cddba07dbe64fe7" /><Relationship Type="http://schemas.openxmlformats.org/officeDocument/2006/relationships/presProps" Target="/ppt/presProps.xml" Id="Rd9d1aad385ea42bd" /><Relationship Type="http://schemas.openxmlformats.org/officeDocument/2006/relationships/tableStyles" Target="/ppt/tableStyles.xml" Id="R10592bdb6ada42f7" /><Relationship Type="http://schemas.openxmlformats.org/officeDocument/2006/relationships/slide" Target="/ppt/slides/slide1.xml" Id="R176ab4e9d9184cc0" /><Relationship Type="http://schemas.openxmlformats.org/officeDocument/2006/relationships/slide" Target="/ppt/slides/slide2.xml" Id="R7af9129210f7430f" /><Relationship Type="http://schemas.openxmlformats.org/officeDocument/2006/relationships/slide" Target="/ppt/slides/slide3.xml" Id="Rbd1c44a07ff74e2f" /><Relationship Type="http://schemas.openxmlformats.org/officeDocument/2006/relationships/slide" Target="/ppt/slides/slide4.xml" Id="R3eeb28f2cb774655" /><Relationship Type="http://schemas.openxmlformats.org/officeDocument/2006/relationships/slide" Target="/ppt/slides/slide5.xml" Id="R38a2a2a78f4641e5" /><Relationship Type="http://schemas.openxmlformats.org/officeDocument/2006/relationships/slide" Target="/ppt/slides/slide6.xml" Id="R746bcc55b3634423" /><Relationship Type="http://schemas.openxmlformats.org/officeDocument/2006/relationships/slide" Target="/ppt/slides/slide7.xml" Id="R81c3b6145a15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1b28ee1bd1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8727b804754457" /><Relationship Type="http://schemas.openxmlformats.org/officeDocument/2006/relationships/notesMaster" Target="/ppt/notesMasters/notesMaster1.xml" Id="R3306b8e0cc3442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f202e03fc9420a" /><Relationship Type="http://schemas.openxmlformats.org/officeDocument/2006/relationships/notesMaster" Target="/ppt/notesMasters/notesMaster1.xml" Id="R664e9b4c82a347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7212e8d3c143ba" /><Relationship Type="http://schemas.openxmlformats.org/officeDocument/2006/relationships/notesMaster" Target="/ppt/notesMasters/notesMaster1.xml" Id="R8bf82a9b532e41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09d9496d04a8a" /><Relationship Type="http://schemas.openxmlformats.org/officeDocument/2006/relationships/notesMaster" Target="/ppt/notesMasters/notesMaster1.xml" Id="Re5a28a390b924a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b5028257404c0f" /><Relationship Type="http://schemas.openxmlformats.org/officeDocument/2006/relationships/notesMaster" Target="/ppt/notesMasters/notesMaster1.xml" Id="R40b6b6f2206643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e2f68135e4db6" /><Relationship Type="http://schemas.openxmlformats.org/officeDocument/2006/relationships/notesMaster" Target="/ppt/notesMasters/notesMaster1.xml" Id="Rcf3ca25acaac48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4461ea33654878" /><Relationship Type="http://schemas.openxmlformats.org/officeDocument/2006/relationships/notesMaster" Target="/ppt/notesMasters/notesMaster1.xml" Id="R257aa2da2dcf40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Sapa audiens dan jelaskan bahwa presentasi ini membahas solusi digital untuk kebutuhan administrasi Masjid Jami Cicangkudu.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tiga masalah utama dan hubungan setiap masalah dengan fitur yang dibangun.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alur warga dari autentikasi, akses informasi, donasi, hingga notifikasi.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tugas rutin admin dan tekankan bahwa hapus massal meminta konfirmasi sebelum data dihapus.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Perlihatkan struktur empat lapisan. Sebutkan bahwa API jadwal disesuaikan dengan Kab. Tasikmalaya dan mendukung pilihan bulan serta tahun.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Terangkan bahwa laporan fokus pada donasi terverifikasi dan pengeluaran. Fasilitas atau inventaris milik santri tidak dihitung sebagai laporan masjid.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rangkuman hasil. Jika ada demo langsung, mulai dari dashboard admin lalu tunjukkan tampilan warga.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7956eddb34a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21b7f371ab40c6" /><Relationship Type="http://schemas.openxmlformats.org/officeDocument/2006/relationships/slideLayout" Target="/ppt/slideLayouts/slideLayout1.xml" Id="R9ba8b708f14847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8b708f14847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8e6917e3046a9" /><Relationship Type="http://schemas.openxmlformats.org/officeDocument/2006/relationships/notesSlide" Target="/ppt/notesSlides/notesSlide1.xml" Id="R7f243a108b45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b6778548546ef" /><Relationship Type="http://schemas.openxmlformats.org/officeDocument/2006/relationships/notesSlide" Target="/ppt/notesSlides/notesSlide2.xml" Id="Rd651028627fc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6850dea8644ab" /><Relationship Type="http://schemas.openxmlformats.org/officeDocument/2006/relationships/notesSlide" Target="/ppt/notesSlides/notesSlide3.xml" Id="R8c0c01ce61df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bd09e6a484f6e" /><Relationship Type="http://schemas.openxmlformats.org/officeDocument/2006/relationships/notesSlide" Target="/ppt/notesSlides/notesSlide4.xml" Id="R29deb18854fa43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9f91c99af4fa3" /><Relationship Type="http://schemas.openxmlformats.org/officeDocument/2006/relationships/notesSlide" Target="/ppt/notesSlides/notesSlide5.xml" Id="R2c457e16cda244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4fc2dfc3042f1" /><Relationship Type="http://schemas.openxmlformats.org/officeDocument/2006/relationships/notesSlide" Target="/ppt/notesSlides/notesSlide6.xml" Id="Rdfaf3e257abf4b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d6b0986764f40" /><Relationship Type="http://schemas.openxmlformats.org/officeDocument/2006/relationships/notesSlide" Target="/ppt/notesSlides/notesSlide7.xml" Id="Rb69bde79326d42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5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B2C89-0594-4820-8FDB-C85A0B9C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66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50"/>
          </a:solidFill>
          <a:ln xmlns:a="http://schemas.openxmlformats.org/drawingml/2006/main" w="9525">
            <a:solidFill>
              <a:srgbClr val="0F765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0BCF7-59EE-44E9-8048-C898CEDE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6625"/>
            <a:ext cx="1666875" cy="1666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89362-A961-4607-847B-9401A5C9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SISTEM DIGITAL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EF79A-59BD-40F6-A80F-910B53A5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638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Masjid Jami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Cicangkudu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69BB3-F228-48BC-A0D8-67F960BE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8ED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DE2"/>
                </a:solidFill>
                <a:latin typeface="Arial"/>
                <a:ea typeface="Arial"/>
                <a:cs typeface="Arial"/>
              </a:rPr>
              <a:t>Pengelolaan informasi, kegiatan, donasi,</a:t>
            </a:r>
          </a:p>
          <a:p xmlns:a="http://schemas.openxmlformats.org/drawingml/2006/main">
            <a:pPr>
              <a:defRPr sz="1500" b="0">
                <a:solidFill>
                  <a:srgbClr val="D8EDE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EDE2"/>
                </a:solidFill>
                <a:latin typeface="Arial"/>
                <a:ea typeface="Arial"/>
                <a:cs typeface="Arial"/>
              </a:rPr>
              <a:t>laporan keuangan, dan data warga.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90287-4E2A-4F98-AD7B-C6C3D81F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4402C-6D94-472D-8CF7-8F5864CA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0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Penyaji: [Nama Anda]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D6B1F-75A7-4146-8365-57862E15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8EDE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8EDE2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762688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9C53A-E991-42FE-A4AD-233A576A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A30E1-599F-41A9-9F4C-5AA2B05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84D70-5FF3-475B-933E-F5A7BA5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Masalah dan tujuan sistem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C093-16F8-460D-857B-3DD17C1B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Satu sistem untuk menghubungkan pengelola masjid dan warga.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EAA53-2B68-4108-9E22-EFF1FB0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0F499-97FD-487A-BC5B-4C90AD77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2/7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E45BA-A263-4FB0-97EC-CB0A4CD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86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D517F-F443-4607-8ED5-228F5FD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4DD67-822B-467C-B155-85D523C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Akses informasi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7BE46-B77F-4DF9-A4B4-20237FE0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76525"/>
            <a:ext cx="2657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Warga membutuhkan pengumuman, jadwal salat, dan kegiatan yang selalu diperbarui.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53FCF-1FF7-4405-8F7A-DE35DE1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6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D5096-4800-4623-B724-CF6C8911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5EDE4-ACF3-4F07-B30A-27C1210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764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Transaksi transparan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947AB-74B4-4E2B-884A-3F4FC67A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76525"/>
            <a:ext cx="2657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Donasi perlu bukti transfer, verifikasi admin, serta laporan keuangan yang mudah dipantau.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0368C-4E5E-4A6E-B054-C5502C54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286125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DC26F-6666-4CFD-927D-70FCC0F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A92D5-513F-4282-A900-5551A685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76475"/>
            <a:ext cx="2657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Administrasi tertata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07157-AB9C-4BCC-9785-FE6F992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76525"/>
            <a:ext cx="26574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Admin perlu pengelolaan warga, konten, profil masjid, dan penghapusan data terpilih.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BF8E9-4AEE-4FD5-8352-E0BED852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Tujuan: pelayanan informasi lebih cepat, pencatatan lebih rapi, dan keuangan lebih transparan.</a:t>
            </a:r>
          </a:p>
        </p:txBody>
      </p:sp>
    </p:spTree>
    <p:extLst>
      <p:ext uri="{BB962C8B-B14F-4D97-AF65-F5344CB8AC3E}">
        <p14:creationId xmlns:p14="http://schemas.microsoft.com/office/powerpoint/2010/main" val="13314051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A59BF-A679-408E-A70C-FEE4B4A6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0E37E-DA68-4F9C-A913-042ACC7B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46FD9-EEE7-4ED7-9E83-194632A4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Alur layanan untuk warga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8AFF8-E7F9-4A13-B3A2-09F174E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Pengalaman warga dibuat sederhana dari login sampai melihat status donasi.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0E8B3-D27E-457E-B0FA-E4A210CC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3B6D-0E28-4FA9-833A-9131ECEA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3/7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3C56E-F34F-43F3-9B57-8390EC4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25217-42D2-485D-B58E-9FBCAEB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7912A-CE6F-41D8-8F08-7BD90A7C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1EBB2-6F5E-47EA-9108-0CD753A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Masuk dengan akun warga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1A78D-9572-4C40-A77A-21736ACA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860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3D8D0-FEA7-4885-B156-033A6C5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E1B83-394B-4331-80C6-2F178BB8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A25B4-77C9-41EB-8CD5-8B95D282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Akses informasi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FA11E-6761-45F0-85C9-47FA16C5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Lihat jadwal, berita, kegiatan, dan laporan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8BC13-EE2D-4A27-951F-AF06E44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860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838C4-0049-4F8F-8C17-F9F598B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7FB5E-74F9-434D-8A9E-4D912FA4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4683B-5AC2-4C71-A45A-7270674D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Donasi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2F1C2-F123-476B-8A2D-957C08F3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Pilih program dan unggah bukti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EB698-E495-4BB6-8E7A-C3CCE9E9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D4660-4943-4A5F-8564-28939B0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FE5A4-8332-4D08-8BF5-66CC670E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38425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12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4002D-B477-4529-A6D8-7C83E2B7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Notifikasi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D8DB0-F490-430E-A369-BD57EA57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14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Terima kabar konten baru atau hasil verifikasi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9204E-5692-49B8-A082-D5DE4D5F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Profil warga dapat diperbarui untuk nama, kata sandi, dan foto profil.</a:t>
            </a:r>
          </a:p>
        </p:txBody>
      </p:sp>
    </p:spTree>
    <p:extLst>
      <p:ext uri="{BB962C8B-B14F-4D97-AF65-F5344CB8AC3E}">
        <p14:creationId xmlns:p14="http://schemas.microsoft.com/office/powerpoint/2010/main" val="408416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D3A2F-94A8-4601-B988-236C8BAB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CC46-5AE3-43AA-946E-33A0D2E1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DC712-D053-4CAA-BCFA-217E4F1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Alur kerja admin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6CDCF-F9E8-44B3-91DB-13B20EBF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Admin mengelola konten, data, pembayaran, dan verifikasi dalam dashboard.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B7093-5C84-4B5B-9CE9-37EBBB10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95AD-C09F-4545-AF47-51850CD3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4/7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4E702-D61A-445D-8519-64B3BCE2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6577A-6CF0-4B15-A27E-A8566F44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66882-7941-4669-824D-23AC8256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konten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390AE-9DB7-4443-8077-EF6BCEDE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76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Buat informasi atau kegiatan, unggah gambar, lalu terbitkan agar warga memperoleh notifikasi.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95ADB-B90E-4448-B074-E1E60BDC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81C8C-6CA9-4D42-B5AC-69D4CDB6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86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A96A3-275D-4FB6-ABE3-0651408D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76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donasi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9AA96-7ED3-43DA-8920-311E6EE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76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Atur rekening dan QRIS sendiri. Periksa bukti transfer dan terima atau tolak donasi.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D930-C3C9-4BA6-8ABE-9E72DAE0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9EE79-06D3-44FF-9E23-76D49F67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A1E18-27E1-4444-A4C1-A790DAEE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81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warga dan profil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94089F-019B-4844-B7E6-398682B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81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Tambah, impor, edit, atau pilih beberapa data warga untuk dihapus sekaligus. Edit kartu profil masjid.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8FB22-6860-4440-AD70-03A3A8CA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762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907D3-CE09-4B50-AD6C-BAEBC36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67C64-5387-4C57-9E5D-63F98294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81475"/>
            <a:ext cx="413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Kelola laporan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E2E8A-724F-4E60-9983-56B61D58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81525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Catat pengeluaran. Donasi yang diverifikasi tampil otomatis sebagai Donasi Masuk.</a:t>
            </a:r>
          </a:p>
        </p:txBody>
      </p:sp>
    </p:spTree>
    <p:extLst>
      <p:ext uri="{BB962C8B-B14F-4D97-AF65-F5344CB8AC3E}">
        <p14:creationId xmlns:p14="http://schemas.microsoft.com/office/powerpoint/2010/main" val="743894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B30B5-A632-43BC-BCE5-8EE54764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AD532-0454-42F0-85EC-3BE6A385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E8C43-7008-41A6-B49E-47968D3D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Struktur sistem dan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DA846-6724-40D2-A70B-310637A5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Aplikasi Laravel memisahkan tampilan, rute, proses bisnis, dan basis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3E551-CF3E-4E13-9EC0-E2D27DE2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0ACE4-785A-4950-9E52-93D6239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5/7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7BE65-809B-4F75-B1E9-927D0751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DA806-400E-4ED9-B57E-6BE24094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CEBEE-3FD9-4DBE-90DF-588EF279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Tampilan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BAFF6-7EFA-44DB-8F9A-82AE4AF7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Blade admin dan warga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Dashboard, formulir, kartu informasi, profil, notifikasi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D54212-F804-4C4D-8A0C-3BC6070F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CD6AC-355E-4447-98EA-A2C019A7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AAA32-50C0-41BE-A56F-1F212936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Rute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18F2D-A374-4847-ADF7-624A17CD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routes/web.php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Menghubungkan URL, middleware admin, dan controller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ED74E-67B7-4497-9ACB-6EBEE9A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9D49B-FE6D-4CC4-8650-03687699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8A74F-C78E-4EB5-B842-30645DE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Proses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9C3D5-4BDF-4CC6-A2DD-F148480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Controller +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CRUD, verifikasi donasi, API jadwal, laporan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150C9-11E5-4B49-A62D-A194AA71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4288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4CC10-2121-4E1F-9051-80CC75EA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F603A-35FA-4C9C-B4D7-3BBDB16C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1752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6ED1A-4524-4E90-9164-EE53BE15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71775"/>
            <a:ext cx="1752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MySQL + 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Akun, konten, donasi, profil, notifikasi, dan gambar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4AE21-28F5-4D2D-A71D-0F6DDDE0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API jadwal salat memakai data Kab. Tasikmalaya, Jawa Barat, dan pengguna dapat memilih bulan serta tahun.</a:t>
            </a:r>
          </a:p>
        </p:txBody>
      </p:sp>
    </p:spTree>
    <p:extLst>
      <p:ext uri="{BB962C8B-B14F-4D97-AF65-F5344CB8AC3E}">
        <p14:creationId xmlns:p14="http://schemas.microsoft.com/office/powerpoint/2010/main" val="1775639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F0E4E-B609-4559-B402-0AD9A511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AED6C-0072-4D87-BE12-2EAE9B9E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5FC90-AB74-4380-BCB4-040362D6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Donasi masuk dan riwayat laporan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02B24-503B-4852-9A1F-FE534B7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Laporan hanya menampilkan donasi yang telah diverifikasi, pengeluaran, dan saldo.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4AB6D-2239-4595-9D03-98FE2BC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9C3A3-8DE5-47FF-AF28-95C84E48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6/7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45484-62F3-4397-85A5-3A99A6D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BF59A-E568-4382-A7E1-373D02B0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A0D69-52CC-4222-B7FA-99A49FE7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2438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Donasi Masuk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3A8FC-F485-426F-AB15-68BF7209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52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Bukti donasi yang diterima 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6CF5E-79DD-4963-8205-B9431B5C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ECF62-3EAD-4339-BC94-1A632B0A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3F990-73E5-45D0-9154-4220ECEF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05075"/>
            <a:ext cx="2438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Pengeluaran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C646E-A0A1-4EEE-BFD0-394C3B78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Catatan pengeluaran yang dibuat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5A67D-CFAD-4E6F-9881-3136D8EE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BC197-3735-4CF2-98D1-03F8FFDE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6F584-2E9A-408C-9135-BE27495D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2438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F8E4A-2B16-4449-A309-53BF868A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Donasi Masuk dikurangi Pengeluaran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7E50E-6481-4EA0-8E8C-63B897EF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Kotak amal serta fasilitas atau inventaris milik santri tidak masuk perhitungan laporan masjid.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76984-794D-40CC-BB42-FC9CEC6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Riwayat laporan dapat ditambah, diubah, dan dihapus oleh admin.</a:t>
            </a:r>
          </a:p>
        </p:txBody>
      </p:sp>
    </p:spTree>
    <p:extLst>
      <p:ext uri="{BB962C8B-B14F-4D97-AF65-F5344CB8AC3E}">
        <p14:creationId xmlns:p14="http://schemas.microsoft.com/office/powerpoint/2010/main" val="355826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4BA4D-35D9-48CB-A1FA-D7F68162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0E505-5171-4A07-8EC0-29C4E128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94679-2AE8-4CC8-8510-65707E2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5C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5C3D"/>
                </a:solidFill>
                <a:latin typeface="Arial"/>
                <a:ea typeface="Arial"/>
                <a:cs typeface="Arial"/>
              </a:rPr>
              <a:t>Hasil akhir dan langkah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7A117-3DE4-4512-B361-90540C6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siap digunakan sebagai dasar pengelolaan masjid yang lebih tertib.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6A696-E2E7-4DF7-B035-C8A969D0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Sistem Digital Masjid Jami Cicangkudu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435E-5215-49B0-9107-41B41D3A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7/7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4132E-B7CC-44E3-BBFC-7A0CFE2B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A5F0D-A657-49F4-B06D-112F341B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E6F58-8135-4596-81EE-403CBCD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1. Demo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82DF6-9C9E-4DD7-8832-D8FADF25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43243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Tambahkan informasi, ubah profil masjid, atur QRIS, verifikasi donasi, lalu periksa riwayat laporan.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2E26A-8F0D-40BA-ADE7-44DDFC50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953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68CFD-F70B-4B68-96DC-C21F43C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76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EFF20-595F-4ADF-A8B7-AF08CE3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71725"/>
            <a:ext cx="432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36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62B"/>
                </a:solidFill>
                <a:latin typeface="Arial"/>
                <a:ea typeface="Arial"/>
                <a:cs typeface="Arial"/>
              </a:rPr>
              <a:t>2. Demo warga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ED218-F55C-4CFC-9E9F-71D6CCFB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71775"/>
            <a:ext cx="43243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36B"/>
                </a:solidFill>
                <a:latin typeface="Arial"/>
                <a:ea typeface="Arial"/>
                <a:cs typeface="Arial"/>
              </a:rPr>
              <a:t>Buka jadwal salat, baca informasi, donasi dengan bukti transfer, dan cek notifikasi.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05899-B1E2-4E69-A867-CFB51F4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5C3D"/>
          </a:solidFill>
          <a:ln xmlns:a="http://schemas.openxmlformats.org/drawingml/2006/main" w="9525">
            <a:solidFill>
              <a:srgbClr val="0B5C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AD64E-932D-4953-83D4-97E5757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Terima kasih — Sistem Digital Masjid Jami Cicangkudu</a:t>
            </a:r>
          </a:p>
        </p:txBody>
      </p:sp>
    </p:spTree>
    <p:extLst>
      <p:ext uri="{BB962C8B-B14F-4D97-AF65-F5344CB8AC3E}">
        <p14:creationId xmlns:p14="http://schemas.microsoft.com/office/powerpoint/2010/main" val="1735343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2026-09-10T04:34:15.9720000Z</dcterms:created>
  <dcterms:modified xsi:type="dcterms:W3CDTF">2026-09-10T04:34:15.9720000Z</dcterms:modified>
</coreProperties>
</file>