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458ef55fd45e5" /><Relationship Type="http://schemas.openxmlformats.org/officeDocument/2006/relationships/extended-properties" Target="/docProps/app.xml" Id="R59f2def9e1aa4454" /><Relationship Type="http://schemas.openxmlformats.org/officeDocument/2006/relationships/officeDocument" Target="/ppt/presentation.xml" Id="R7e0ec6b61b6d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6d2738064f4c66"/>
  </p:sldMasterIdLst>
  <p:notesMasterIdLst>
    <p:notesMasterId xmlns:r="http://schemas.openxmlformats.org/officeDocument/2006/relationships" r:id="Raa20bdbfc4744ff5"/>
  </p:notesMasterIdLst>
  <p:sldIdLst>
    <p:sldId xmlns:r="http://schemas.openxmlformats.org/officeDocument/2006/relationships" id="256" r:id="Re2934b49a5ac4bc8"/>
    <p:sldId xmlns:r="http://schemas.openxmlformats.org/officeDocument/2006/relationships" id="257" r:id="Rd3deb892fb024d7d"/>
    <p:sldId xmlns:r="http://schemas.openxmlformats.org/officeDocument/2006/relationships" id="258" r:id="Reebaffc24b2e4bac"/>
    <p:sldId xmlns:r="http://schemas.openxmlformats.org/officeDocument/2006/relationships" id="259" r:id="R772828e8df1045a2"/>
    <p:sldId xmlns:r="http://schemas.openxmlformats.org/officeDocument/2006/relationships" id="260" r:id="R35c79682a9fd486e"/>
    <p:sldId xmlns:r="http://schemas.openxmlformats.org/officeDocument/2006/relationships" id="261" r:id="Rf20de7d1011b496d"/>
    <p:sldId xmlns:r="http://schemas.openxmlformats.org/officeDocument/2006/relationships" id="262" r:id="R377a1a68ad0d43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626824c3e440d" /><Relationship Type="http://schemas.openxmlformats.org/officeDocument/2006/relationships/slideMaster" Target="/ppt/slideMasters/slideMaster1.xml" Id="R8b6d2738064f4c66" /><Relationship Type="http://schemas.openxmlformats.org/officeDocument/2006/relationships/notesMaster" Target="/ppt/notesMasters/notesMaster1.xml" Id="Raa20bdbfc4744ff5" /><Relationship Type="http://schemas.openxmlformats.org/officeDocument/2006/relationships/presProps" Target="/ppt/presProps.xml" Id="R7b45938f35f44725" /><Relationship Type="http://schemas.openxmlformats.org/officeDocument/2006/relationships/tableStyles" Target="/ppt/tableStyles.xml" Id="R61d855c217234a99" /><Relationship Type="http://schemas.openxmlformats.org/officeDocument/2006/relationships/slide" Target="/ppt/slides/slide1.xml" Id="Re2934b49a5ac4bc8" /><Relationship Type="http://schemas.openxmlformats.org/officeDocument/2006/relationships/slide" Target="/ppt/slides/slide2.xml" Id="Rd3deb892fb024d7d" /><Relationship Type="http://schemas.openxmlformats.org/officeDocument/2006/relationships/slide" Target="/ppt/slides/slide3.xml" Id="Reebaffc24b2e4bac" /><Relationship Type="http://schemas.openxmlformats.org/officeDocument/2006/relationships/slide" Target="/ppt/slides/slide4.xml" Id="R772828e8df1045a2" /><Relationship Type="http://schemas.openxmlformats.org/officeDocument/2006/relationships/slide" Target="/ppt/slides/slide5.xml" Id="R35c79682a9fd486e" /><Relationship Type="http://schemas.openxmlformats.org/officeDocument/2006/relationships/slide" Target="/ppt/slides/slide6.xml" Id="Rf20de7d1011b496d" /><Relationship Type="http://schemas.openxmlformats.org/officeDocument/2006/relationships/slide" Target="/ppt/slides/slide7.xml" Id="R377a1a68ad0d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e31679c70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5202e64ab14a43" /><Relationship Type="http://schemas.openxmlformats.org/officeDocument/2006/relationships/notesMaster" Target="/ppt/notesMasters/notesMaster1.xml" Id="R5f67a2694a89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e727e5510c49bf" /><Relationship Type="http://schemas.openxmlformats.org/officeDocument/2006/relationships/notesMaster" Target="/ppt/notesMasters/notesMaster1.xml" Id="R81c74cf5daf3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0f54e04ee464e" /><Relationship Type="http://schemas.openxmlformats.org/officeDocument/2006/relationships/notesMaster" Target="/ppt/notesMasters/notesMaster1.xml" Id="Rc806a1d5df7f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0d6b64af74498" /><Relationship Type="http://schemas.openxmlformats.org/officeDocument/2006/relationships/notesMaster" Target="/ppt/notesMasters/notesMaster1.xml" Id="Ra389c017985f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70e018d53403f" /><Relationship Type="http://schemas.openxmlformats.org/officeDocument/2006/relationships/notesMaster" Target="/ppt/notesMasters/notesMaster1.xml" Id="Rb0e172f0f0c9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bda504da9437d" /><Relationship Type="http://schemas.openxmlformats.org/officeDocument/2006/relationships/notesMaster" Target="/ppt/notesMasters/notesMaster1.xml" Id="R442973408ee04b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65a65b492d4594" /><Relationship Type="http://schemas.openxmlformats.org/officeDocument/2006/relationships/notesMaster" Target="/ppt/notesMasters/notesMaster1.xml" Id="Rd013b7713e57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Sapa audiens dan jelaskan bahwa presentasi ini membahas solusi digital untuk kebutuhan administrasi Masjid Jami Cicangkudu.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tiga masalah utama dan hubungan setiap masalah dengan fitur yang dibangun.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alur warga dari autentikasi, akses informasi, donasi, hingga notifikasi.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tugas rutin admin dan tekankan bahwa hapus massal meminta konfirmasi sebelum data dihapus.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Perlihatkan struktur empat lapisan. Sebutkan bahwa API jadwal disesuaikan dengan Kab. Tasikmalaya.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Terangkan rumus neraca kas. Tekankan bahwa sistem sekarang menggunakan basis kas dan bisa dikembangkan untuk kewajiban atau aset tetap.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rangkuman hasil. Jika ada demo langsung, mulai dari dashboard admin lalu tunjukkan tampilan warga.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970bbdb96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73b839bcb741f1" /><Relationship Type="http://schemas.openxmlformats.org/officeDocument/2006/relationships/slideLayout" Target="/ppt/slideLayouts/slideLayout1.xml" Id="R6dfa85095239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fa85095239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6cd2a0d34169" /><Relationship Type="http://schemas.openxmlformats.org/officeDocument/2006/relationships/notesSlide" Target="/ppt/notesSlides/notesSlide1.xml" Id="R6b70274b2854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7f65b3deb44e4" /><Relationship Type="http://schemas.openxmlformats.org/officeDocument/2006/relationships/notesSlide" Target="/ppt/notesSlides/notesSlide2.xml" Id="R6e2599e331a7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055248502420b" /><Relationship Type="http://schemas.openxmlformats.org/officeDocument/2006/relationships/notesSlide" Target="/ppt/notesSlides/notesSlide3.xml" Id="Rad2f2fc5cc7c46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10f9d8338479b" /><Relationship Type="http://schemas.openxmlformats.org/officeDocument/2006/relationships/notesSlide" Target="/ppt/notesSlides/notesSlide4.xml" Id="R6108fdc4524e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db5ddaeb54a51" /><Relationship Type="http://schemas.openxmlformats.org/officeDocument/2006/relationships/notesSlide" Target="/ppt/notesSlides/notesSlide5.xml" Id="Rc38cc2024e49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eb41dd024dd6" /><Relationship Type="http://schemas.openxmlformats.org/officeDocument/2006/relationships/notesSlide" Target="/ppt/notesSlides/notesSlide6.xml" Id="Rc2ca99a3aa514f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979af109644ca" /><Relationship Type="http://schemas.openxmlformats.org/officeDocument/2006/relationships/notesSlide" Target="/ppt/notesSlides/notesSlide7.xml" Id="R995fe4435e92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5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7FD7A-3E89-4B68-89F7-87B8C9EA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66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50"/>
          </a:solidFill>
          <a:ln xmlns:a="http://schemas.openxmlformats.org/drawingml/2006/main" w="9525">
            <a:solidFill>
              <a:srgbClr val="0F76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CF635-5F94-435F-BC7C-CE8AD826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46794-C258-4F4F-82EC-1F7F7A3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SISTEM DIGITAL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33E3-1051-4D84-91DD-5661E0C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38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Masjid Jami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Cicangkudu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89F7D-B1B2-4571-9A23-F9B682E1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Pengelolaan informasi, kegiatan, donasi,</a:t>
            </a:r>
          </a:p>
          <a:p xmlns:a="http://schemas.openxmlformats.org/drawingml/2006/main">
            <a:pPr>
              <a:defRPr sz="1500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laporan keuangan, dan data warga.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3944D-14CC-48C1-9787-1EC4D7C4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89C40-89B8-46D9-AA07-7121D5F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Penyaji: [Nama Anda]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7CF1F-46CC-4440-95FB-0730BAB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32849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85D2C-C01C-450B-A764-13985B2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1085-B7FC-45F7-B225-19ACD74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09000-87CD-40DA-A634-2DA1B642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Masalah dan tujuan sistem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0F946-F1FC-4CEE-BAA3-C39A273C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Satu sistem untuk menghubungkan pengelola masjid dan warga.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9DE38-C80E-47E5-81A4-4027A4E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719A3-035F-42D0-8122-0C6258E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2/7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8949-1841-4694-92FC-20907DC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34BD0-881D-4134-8550-C85A2D98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DF2D1-13D2-4569-87A2-17508ED7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Akses informasi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12D98-DA86-4045-861F-1F27D832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Warga membutuhkan pengumuman, jadwal salat, dan kegiatan yang selalu diperbarui.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425AE-6A5B-4DB0-B77F-1BA6FDDE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18091-7597-45F6-AA60-72437612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545DE-8D34-4F4C-B62D-02583D1C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Transaksi transparan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E5D90-ECF6-40E8-ACB8-D41F8BF7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Donasi perlu bukti transfer, verifikasi admin, serta laporan keuangan yang mudah dipantau.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2D9C8-621B-4CF9-9EE5-898F273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3C8B8-2FBD-4660-805C-9421C4D2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EACD9-4498-4B3E-B297-DE4F73C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Administrasi tertata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1217A-CBFA-4A85-9D1E-FAE5870E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Admin perlu pengelolaan warga, konten, profil masjid, dan penghapusan data terpilih.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40607-0BB9-4D33-9D16-22F00D2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Tujuan: pelayanan informasi lebih cepat, pencatatan lebih rapi, dan keuangan lebih transparan.</a:t>
            </a:r>
          </a:p>
        </p:txBody>
      </p:sp>
    </p:spTree>
    <p:extLst>
      <p:ext uri="{BB962C8B-B14F-4D97-AF65-F5344CB8AC3E}">
        <p14:creationId xmlns:p14="http://schemas.microsoft.com/office/powerpoint/2010/main" val="338608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F3E29-037C-4632-84EA-1774199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126B-D31C-4687-ABE5-B586506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2913E-E680-4DFB-8581-DD3EA2EC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Alur layanan untuk warga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21159-DB12-42D9-B842-726C8C0F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Pengalaman warga dibuat sederhana dari login sampai melihat status donasi.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A1595-2A24-44FF-B755-3535E6DE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CA1BC-357C-4506-8155-5C8BE18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3/7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0E5C6-FEFA-4C9E-B137-2665F5A0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303BC-F41C-4B3A-A6DE-1E4693F3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185D0-F692-44F4-BE03-6591777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E3B37-30E6-48B2-BC8F-17194ADC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Masuk dengan akun warga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F8044-8E8B-4C6F-AEB4-1FB4F80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0EA9D-CBA9-4C8C-8E7D-1ED256F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FE334-428D-4797-8899-7EA98060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7BBF8-3F7F-4A9A-8F4C-BCA7B27F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Akses informasi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DA52D-4866-4913-8CDD-EE8AFB0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Lihat jadwal, berita, kegiatan, dan laporan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A244A-25F2-4896-840C-AFAE9568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FC1F5-5EAA-4330-B2A2-EF8789F1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FE964-E1D9-46E7-A702-2C60882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214D-74E3-4B34-928D-FA55A8E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Donasi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E0850-19B1-4AB0-A284-F6605462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Pilih program dan unggah bukti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510EB-76CC-49D1-953A-932B9C2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71AEC-19E7-45A7-A194-1018364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F84F0-F118-4FF7-823D-74594815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25456-87A6-4C97-B9D0-AD329E4E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Notifikasi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B315A-1951-4C52-A4F4-FA43EED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Terima kabar konten baru atau hasil verifikasi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B0EA0-99C2-4084-ABE5-7413C5A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Profil warga dapat diperbarui untuk nama, kata sandi, dan foto profil.</a:t>
            </a:r>
          </a:p>
        </p:txBody>
      </p:sp>
    </p:spTree>
    <p:extLst>
      <p:ext uri="{BB962C8B-B14F-4D97-AF65-F5344CB8AC3E}">
        <p14:creationId xmlns:p14="http://schemas.microsoft.com/office/powerpoint/2010/main" val="1274766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C9975-B9D0-48BC-9561-FEB852D6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1242A-4A22-42C5-A47D-6EBD617C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D889-B117-4AD0-8AEF-1EA6A36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Alur kerja admin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F37B5-304F-483F-A1C4-85E38990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Admin mengelola konten, data, pembayaran, dan verifikasi dalam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54532-37BB-4A87-AC10-E1B4EAD0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03FBB-CE5F-4994-87D2-5EBF01E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4/7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034ED-1B0C-484A-B66B-114AD546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2F3F0-F2B7-44E4-8594-F9A47632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D595D-E8B5-4A18-BC94-2A0DFB6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konten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5BE52-3024-4B21-9E95-C2C66F4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Buat informasi atau kegiatan, unggah gambar, lalu terbitkan agar warga memperoleh notifikasi.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10905-A7FF-4879-9454-293534A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4F1E-C68C-4BC8-B0FC-D3D20821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2ABAA-5DAD-45B8-8E25-DBCFDB7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76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donasi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75AA2-6C3E-4A5C-A5DD-58E4E2E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Atur rekening dan QRIS sendiri. Periksa bukti transfer dan terima atau tolak donasi.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9081B-5FE3-4455-9DE6-89B590F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A16E9-D509-451D-ABE2-25DCFA7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B14BF-BD0A-4AE0-A17C-96E351DE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81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warga dan profil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B285C-B124-471B-9368-88980DE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81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Tambah, impor, edit, atau pilih beberapa data warga untuk dihapus sekaligus. Edit kartu profil masjid.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6F472-F501-4650-A327-C418499F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DD0F2-AFF0-44F3-BC0B-8404B714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425DA-126A-4F04-A211-DF02FCB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81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keuangan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5E616-9503-4EFF-AD59-02A8328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Catat pemasukan dan pengeluaran. Donasi diterima menjadi pemasukan secara otomatis.</a:t>
            </a:r>
          </a:p>
        </p:txBody>
      </p:sp>
    </p:spTree>
    <p:extLst>
      <p:ext uri="{BB962C8B-B14F-4D97-AF65-F5344CB8AC3E}">
        <p14:creationId xmlns:p14="http://schemas.microsoft.com/office/powerpoint/2010/main" val="489344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2A613-788A-4858-9F10-964E3A1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A301F-999D-441F-8E9A-E724904E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0FC72-C741-413E-889D-0F3346D0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Struktur sistem dan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9A76-6454-4F5B-8177-5AA6E54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Aplikasi Laravel memisahkan tampilan, rute, proses bisnis, dan basis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74B9-CFCC-4744-ABE5-1BD97EBB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D0F11-C1DA-4CFD-9F08-6E83DF8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5/7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8FC0B-8DFC-4C6A-AE6A-62247EFD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B46DA-46A7-4121-A7D7-8BA16E1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14BCF-47ED-4042-AE84-F6233B1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Tampilan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21AF3-95CF-4AEE-AE4E-AD2F9B67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Blade admin dan warga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Dashboard, formulir, kartu informasi, profil, notifikasi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E07B6-D31F-4553-889C-10ECB1A3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A7D70-8B38-4DE8-B92A-4F07BA9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61407-98E5-4AAD-BB93-50C7B27F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Rute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511F4-7EFC-44F1-B9B8-D6E026D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Menghubungkan URL, middleware admin, dan 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D3410-80DC-40CA-84F4-F0B8445F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E5636-1E88-4239-8F13-7A1E259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EC1CB-F431-4019-8A04-F760A048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Proses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BB84D-6279-490E-ADE5-A4598DE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Controller +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CRUD, verifikasi donasi, API jadwal, neraca kas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98AA3-87ED-47C4-A077-1EEC8B6C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41D1E-8154-4E30-AC9B-4CCABBE7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7B0C2-DDE0-4795-B39B-EEB34018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C5252-52AA-401B-8819-681E112A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MySQL +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Akun, konten, donasi, profil, notifikasi, dan gambar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EF311-FCEA-4D36-9259-61BC7D1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API jadwal salat memakai data Kab. Tasikmalaya, Jawa Barat (wilayah Cicangkudu).</a:t>
            </a:r>
          </a:p>
        </p:txBody>
      </p:sp>
    </p:spTree>
    <p:extLst>
      <p:ext uri="{BB962C8B-B14F-4D97-AF65-F5344CB8AC3E}">
        <p14:creationId xmlns:p14="http://schemas.microsoft.com/office/powerpoint/2010/main" val="357869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8D803-7FA3-4519-AED9-1C10819D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02953-FBCE-4AC1-9B7C-DA26BF3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A29A1-D05D-4E75-8FB2-F1EBE984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Donasi terverifikasi dan Neraca Kas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54E6-1170-48E5-8824-766A531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Pencatatan dibuat berbasis kas agar mudah dipahami dan siap dikembangkan.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CF4FD-AE97-4803-8754-76D9DC5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86207-BE73-4077-A2D0-35A6AE2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6/7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49F0-3FBC-4F71-B758-483E437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3C145-0428-4DC8-9A14-6841201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39760-30A0-4E25-B7D9-AE825FC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Pemasukan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60C38-311D-4109-B591-56254C21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Donasi diterima + transaksi pemasukan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ADD64-FC36-4356-ADE9-4B297FE8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4FFE0-F43C-47C9-8AF0-A3AC90F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28875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9FD75-F6B6-4F22-8866-324872C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050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Pengeluaran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267A4-7350-4318-AACC-8189BD8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Transaksi pengeluaran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B2D99-E57D-40D7-8A45-BC852333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7E3CF-3F58-4CF8-965D-E04431D7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35AA4-E509-495F-9D48-EB750C32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Kas dan Bank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15FC7-3CA6-429B-B06B-F0C5931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Pemasukan − Pengeluaran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76C79-8F90-4F4A-B5D6-F77BBFA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38375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B93BF-DBDC-4910-99E0-F98276C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28875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95F76-5993-4D0F-82FA-3EA043C2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05075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Dana Bersih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A8319-648F-4D02-91D0-3D28FB19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Kas dan Bank − kewajiban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A6AB5-1654-404A-A4E7-EC01B8A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Dalam versi ini kewajiban bernilai Rp0, sehingga Aset Kas = Dana Bersih.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FD739-6C35-4FF0-BD4F-35C76137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Jika nanti ada utang atau aset tetap, modul dapat diperluas tanpa mengubah alur transaksi kas.</a:t>
            </a:r>
          </a:p>
        </p:txBody>
      </p:sp>
    </p:spTree>
    <p:extLst>
      <p:ext uri="{BB962C8B-B14F-4D97-AF65-F5344CB8AC3E}">
        <p14:creationId xmlns:p14="http://schemas.microsoft.com/office/powerpoint/2010/main" val="2061596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F84A6-3F13-4420-A0C9-03E31C3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37E99-98ED-4BAD-9CAF-DF76BC90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6C0F1-75AD-4F27-8722-2291DD7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Hasil akhir dan langkah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F0FD-7A41-4B04-8059-F7E4AD4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siap digunakan sebagai dasar pengelolaan masjid yang lebih tertib.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59B42-8E61-4AA5-8840-EE053498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E6C8-E99B-405F-93B6-1B8D97C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7/7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91E99-188D-411F-AD1B-DF580BE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8E9F4-0251-476F-A82F-73537099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FFFEE-E320-4968-AFBF-4E7B7DFA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1. Demo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2DE40-EA07-4BC5-8973-E4587F2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43243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Tambahkan informasi, ubah profil masjid, atur QRIS, verifikasi donasi, dan lihat neraca kas.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9D849-1474-4FC4-A3EF-7FA4558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EBB0D-8AF3-4BD3-A55A-8CF42533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36C12-FBE4-4B39-8D50-48A0A3E1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2. Demo warga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34BA1-D9F0-45F9-96EE-E343FB2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43243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Buka jadwal salat, baca informasi, donasi dengan bukti transfer, dan cek notifikasi.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3A13-CD6C-48F4-8B1F-B914702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BB7DE-4DCA-4D53-BD7B-442CDB5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Terima kasih — Sistem Digital Masjid Jami Cicangkudu</a:t>
            </a:r>
          </a:p>
        </p:txBody>
      </p:sp>
    </p:spTree>
    <p:extLst>
      <p:ext uri="{BB962C8B-B14F-4D97-AF65-F5344CB8AC3E}">
        <p14:creationId xmlns:p14="http://schemas.microsoft.com/office/powerpoint/2010/main" val="670651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2026-09-09T08:48:50.5460000Z</dcterms:created>
  <dcterms:modified xsi:type="dcterms:W3CDTF">2026-09-09T08:48:50.5460000Z</dcterms:modified>
</coreProperties>
</file>